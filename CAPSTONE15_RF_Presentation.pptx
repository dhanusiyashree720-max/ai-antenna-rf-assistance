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6070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AI Antenna and RF Concepts</a:t>
            </a:r>
            <a:br/>
            <a:r>
              <a:t>Learning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46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4D2EB"/>
                </a:solidFill>
              </a:defRPr>
            </a:pPr>
            <a:r>
              <a:t>CAPSTONE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06908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How can AI teach antenna and RF basics while avoiding incorrect formulas and invented values?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CAPSTONE 15 • AI Antenna and RF Concepts Learning Assistant  |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1. Problem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Using AI for RF learning requires evidence, not just confident-sounding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D37"/>
                </a:solidFill>
              </a:defRPr>
            </a:pPr>
            <a:r>
              <a:t>Problem: AI may generate incorrect equations, inconsistent units, unsupported values, or incomplete assumptions.</a:t>
            </a:r>
          </a:p>
          <a:p>
            <a:pPr>
              <a:spcAft>
                <a:spcPts val="1500"/>
              </a:spcAft>
              <a:defRPr sz="2000">
                <a:solidFill>
                  <a:srgbClr val="232D37"/>
                </a:solidFill>
              </a:defRPr>
            </a:pPr>
            <a:r>
              <a:t>Teach five topics: dipole antenna, antenna gain, impedance matching, VSWR, and RF link budget.</a:t>
            </a:r>
          </a:p>
          <a:p>
            <a:pPr>
              <a:spcAft>
                <a:spcPts val="1500"/>
              </a:spcAft>
              <a:defRPr sz="2000">
                <a:solidFill>
                  <a:srgbClr val="232D37"/>
                </a:solidFill>
              </a:defRPr>
            </a:pPr>
            <a:r>
              <a:t>Generate beginner and advanced explanations, then verify them against reliable references.</a:t>
            </a:r>
          </a:p>
          <a:p>
            <a:pPr>
              <a:spcAft>
                <a:spcPts val="1500"/>
              </a:spcAft>
              <a:defRPr sz="2000">
                <a:solidFill>
                  <a:srgbClr val="232D37"/>
                </a:solidFill>
              </a:defRPr>
            </a:pPr>
            <a:r>
              <a:t>Produce eight worked numerical problems, a glossary, a ten-question quiz, and educational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CAPSTONE 15 • AI Antenna and RF Concepts Learning Assistant  |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2. Topics and Learning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The project combines explanations with calculation practice.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7472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Dipole antenna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Wavelength and ideal half-wave length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00200"/>
            <a:ext cx="347472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Antenna gain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Gain in dBi and linear ratio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00200"/>
            <a:ext cx="347472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Impedance matching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Reducing reflections at a reference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347472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VSWR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Standing waves and reflection coefficient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611880"/>
            <a:ext cx="347472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Link budget</a:t>
            </a:r>
          </a:p>
          <a:p>
            <a:pPr algn="ctr">
              <a:defRPr sz="1200">
                <a:solidFill>
                  <a:srgbClr val="232D37"/>
                </a:solidFill>
              </a:defRPr>
            </a:pPr>
            <a:r>
              <a:t>Power, gains, and losses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CAPSTONE 15 • AI Antenna and RF Concepts Learning Assistant  |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3. Verification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Every AI-generated technical answer is treated as a draft.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1. Ask AI for an explanation or worked solution with symbols, units, and assumptions.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2. Compare definitions and equations with a reliable textbook, standard, or technical publication.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3. Recalculate each numerical result independently and check unit conversions.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4. Record the original output, evidence, correction, and outcome in the verification log.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5. Do not invent errors: document only issues actually observed during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CAPSTONE 15 • AI Antenna and RF Concepts Learning Assistant  |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4. Numerical Results and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Illustrative test cases from the prepared calculation materials.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1460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65D"/>
                </a:solidFill>
              </a:defRPr>
            </a:pPr>
            <a:r>
              <a:t>100 MHz</a:t>
            </a:r>
          </a:p>
          <a:p>
            <a:pPr algn="ctr">
              <a:defRPr sz="1300">
                <a:solidFill>
                  <a:srgbClr val="232D37"/>
                </a:solidFill>
              </a:defRPr>
            </a:pPr>
            <a:r>
              <a:t>λ = 3 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691640"/>
            <a:ext cx="251460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65D"/>
                </a:solidFill>
              </a:defRPr>
            </a:pPr>
            <a:r>
              <a:t>150 MHz</a:t>
            </a:r>
          </a:p>
          <a:p>
            <a:pPr algn="ctr">
              <a:defRPr sz="1300">
                <a:solidFill>
                  <a:srgbClr val="232D37"/>
                </a:solidFill>
              </a:defRPr>
            </a:pPr>
            <a:r>
              <a:t>Ideal λ/2 = 1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691640"/>
            <a:ext cx="251460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65D"/>
                </a:solidFill>
              </a:defRPr>
            </a:pPr>
            <a:r>
              <a:t>10 dBi</a:t>
            </a:r>
          </a:p>
          <a:p>
            <a:pPr algn="ctr">
              <a:defRPr sz="1300">
                <a:solidFill>
                  <a:srgbClr val="232D37"/>
                </a:solidFill>
              </a:defRPr>
            </a:pPr>
            <a:r>
              <a:t>Linear gain =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691640"/>
            <a:ext cx="251460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65D"/>
                </a:solidFill>
              </a:defRPr>
            </a:pPr>
            <a:r>
              <a:t>VSWR 1.5</a:t>
            </a:r>
          </a:p>
          <a:p>
            <a:pPr algn="ctr">
              <a:defRPr sz="1300">
                <a:solidFill>
                  <a:srgbClr val="232D37"/>
                </a:solidFill>
              </a:defRPr>
            </a:pPr>
            <a:r>
              <a:t>Reflected power = 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332720" cy="2194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Spreadsheet automation: Pr = Pt + Gt + Gr − path loss − additional losses.</a:t>
            </a:r>
          </a:p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Example: 20 dBm + 2 dBi + 3 dBi − 100 dB − 2 dB = −77 dBm.</a:t>
            </a:r>
          </a:p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All final numerical results and equations must be checked against project references before submission.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CAPSTONE 15 • AI Antenna and RF Concepts Learning Assistant  |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5. AI Tools, Prompts,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Use tools for specific tasks and document what was actually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ChatGPT / Gemini: draft explanations, worked examples, quiz questions, and prompts for review.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Perplexity: discover candidate technical sources; verify the actual source documents before citing.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Excel or Google Sheets: automate a basic link-budget calculation without programming.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Canva: arrange the final presentation; GitHub: store and submit project files.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</a:defRPr>
            </a:pPr>
            <a:r>
              <a:t>Evidence to include: source details, prompt records, tested spreadsheet, corrected outputs, and diagram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CAPSTONE 15 • AI Antenna and RF Concepts Learning Assistant  |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6. Limitations, Deliverables,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Responsible AI use means checking before trusting.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Limitations: AI can misapply formulas, confuse dB/dBi/dBm, omit losses, or invent citations and values.</a:t>
            </a:r>
          </a:p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Deliverables: verified explanations, eight numerical solutions, glossary and quiz, diagrams, spreadsheet automation, prompt library, and verification report.</a:t>
            </a:r>
          </a:p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Before/after analysis must use real test evidence; do not claim improvements without measurements.</a:t>
            </a:r>
          </a:p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Conclusion: AI can support RF learning when combined with authoritative references, independent calculations, and transparent documentation.</a:t>
            </a:r>
          </a:p>
          <a:p>
            <a:pPr>
              <a:spcAft>
                <a:spcPts val="1500"/>
              </a:spcAft>
              <a:defRPr sz="1800">
                <a:solidFill>
                  <a:srgbClr val="232D37"/>
                </a:solidFill>
              </a:defRPr>
            </a:pPr>
            <a:r>
              <a:t>Final step: test all files, confirm GitHub links, and replace any draft placeholders before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CAPSTONE 15 • AI Antenna and RF Concepts Learning Assistant  |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